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9587C-F3DB-4090-8BB0-1F5160141EA9}" v="3" dt="2025-09-06T12:07:10.007"/>
    <p1510:client id="{24E7B78D-9A6F-7E7A-7158-203043BE8A42}" v="51" dt="2025-09-06T12:04:48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 userDrawn="1">
  <p:cSld name="Header_en_teks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6067" y="4747838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75901" y="81205"/>
            <a:ext cx="2484668" cy="15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9568734" y="5100000"/>
            <a:ext cx="2484668" cy="15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88" name="Google Shape;1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057060" y="-109200"/>
            <a:ext cx="2162781" cy="2238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18"/>
          <p:cNvCxnSpPr/>
          <p:nvPr/>
        </p:nvCxnSpPr>
        <p:spPr>
          <a:xfrm>
            <a:off x="960000" y="1435967"/>
            <a:ext cx="89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190" name="Google Shape;1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2001" y="1022333"/>
            <a:ext cx="827233" cy="8272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;p1">
            <a:extLst>
              <a:ext uri="{FF2B5EF4-FFF2-40B4-BE49-F238E27FC236}">
                <a16:creationId xmlns:a16="http://schemas.microsoft.com/office/drawing/2014/main" id="{92AB8F38-4C00-DB6D-EBC0-33ED47C1CC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●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○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■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●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○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■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●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○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■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204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960000" y="1754467"/>
            <a:ext cx="102720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2321800" y="4561133"/>
            <a:ext cx="7548400" cy="5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94" name="Google Shape;9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21033" y="4820373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6067" y="81206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1" y="5100000"/>
            <a:ext cx="2484668" cy="15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621034" y="81200"/>
            <a:ext cx="2484668" cy="15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0166" y="-158467"/>
            <a:ext cx="3699335" cy="384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38967" y="4162668"/>
            <a:ext cx="2793501" cy="289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45968" y="3459133"/>
            <a:ext cx="1372067" cy="137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3200" y="422000"/>
            <a:ext cx="915533" cy="915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761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1"/>
          </p:nvPr>
        </p:nvSpPr>
        <p:spPr>
          <a:xfrm>
            <a:off x="1163333" y="5519600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2"/>
          </p:nvPr>
        </p:nvSpPr>
        <p:spPr>
          <a:xfrm>
            <a:off x="1163201" y="48334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21033" y="4820373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6067" y="81206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1" y="5100000"/>
            <a:ext cx="2484668" cy="15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>
            <a:spLocks noGrp="1"/>
          </p:cNvSpPr>
          <p:nvPr>
            <p:ph type="subTitle" idx="3"/>
          </p:nvPr>
        </p:nvSpPr>
        <p:spPr>
          <a:xfrm>
            <a:off x="4536267" y="5519600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4"/>
          </p:nvPr>
        </p:nvSpPr>
        <p:spPr>
          <a:xfrm>
            <a:off x="4536135" y="48334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ubTitle" idx="5"/>
          </p:nvPr>
        </p:nvSpPr>
        <p:spPr>
          <a:xfrm>
            <a:off x="7909200" y="5519600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6"/>
          </p:nvPr>
        </p:nvSpPr>
        <p:spPr>
          <a:xfrm>
            <a:off x="7909068" y="48334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7"/>
          </p:nvPr>
        </p:nvSpPr>
        <p:spPr>
          <a:xfrm>
            <a:off x="1163333" y="3161451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8"/>
          </p:nvPr>
        </p:nvSpPr>
        <p:spPr>
          <a:xfrm>
            <a:off x="1163201" y="2475284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9"/>
          </p:nvPr>
        </p:nvSpPr>
        <p:spPr>
          <a:xfrm>
            <a:off x="4536267" y="3161451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13"/>
          </p:nvPr>
        </p:nvSpPr>
        <p:spPr>
          <a:xfrm>
            <a:off x="4536135" y="2475284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14"/>
          </p:nvPr>
        </p:nvSpPr>
        <p:spPr>
          <a:xfrm>
            <a:off x="7909200" y="3161451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ubTitle" idx="15"/>
          </p:nvPr>
        </p:nvSpPr>
        <p:spPr>
          <a:xfrm>
            <a:off x="7909068" y="2475284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0322683" y="-72049"/>
            <a:ext cx="2013301" cy="20944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5"/>
          <p:cNvCxnSpPr/>
          <p:nvPr/>
        </p:nvCxnSpPr>
        <p:spPr>
          <a:xfrm>
            <a:off x="960000" y="1435967"/>
            <a:ext cx="89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157" name="Google Shape;15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2001" y="1022333"/>
            <a:ext cx="827233" cy="827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047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okke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1"/>
          </p:nvPr>
        </p:nvSpPr>
        <p:spPr>
          <a:xfrm>
            <a:off x="960133" y="5011600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2"/>
          </p:nvPr>
        </p:nvSpPr>
        <p:spPr>
          <a:xfrm>
            <a:off x="960001" y="42238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21033" y="4820373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6067" y="81206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1" y="5100000"/>
            <a:ext cx="2484668" cy="15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>
            <a:spLocks noGrp="1"/>
          </p:cNvSpPr>
          <p:nvPr>
            <p:ph type="subTitle" idx="3"/>
          </p:nvPr>
        </p:nvSpPr>
        <p:spPr>
          <a:xfrm>
            <a:off x="8112400" y="5011600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subTitle" idx="4"/>
          </p:nvPr>
        </p:nvSpPr>
        <p:spPr>
          <a:xfrm>
            <a:off x="8112268" y="42238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subTitle" idx="5"/>
          </p:nvPr>
        </p:nvSpPr>
        <p:spPr>
          <a:xfrm>
            <a:off x="960133" y="2817751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6"/>
          </p:nvPr>
        </p:nvSpPr>
        <p:spPr>
          <a:xfrm>
            <a:off x="960001" y="2029984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7"/>
          </p:nvPr>
        </p:nvSpPr>
        <p:spPr>
          <a:xfrm>
            <a:off x="8112400" y="2817751"/>
            <a:ext cx="3119600" cy="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8"/>
          </p:nvPr>
        </p:nvSpPr>
        <p:spPr>
          <a:xfrm>
            <a:off x="8112268" y="2029984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71" name="Google Shape;1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0322683" y="-72049"/>
            <a:ext cx="2013301" cy="20944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6"/>
          <p:cNvCxnSpPr/>
          <p:nvPr/>
        </p:nvCxnSpPr>
        <p:spPr>
          <a:xfrm>
            <a:off x="960000" y="1435967"/>
            <a:ext cx="89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173" name="Google Shape;17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2001" y="1022333"/>
            <a:ext cx="827233" cy="827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047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Hoofdstuk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 flipH="1">
            <a:off x="3215300" y="4339200"/>
            <a:ext cx="8051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078900" y="720000"/>
            <a:ext cx="6187600" cy="30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20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77" name="Google Shape;177;p17"/>
          <p:cNvSpPr txBox="1">
            <a:spLocks noGrp="1"/>
          </p:cNvSpPr>
          <p:nvPr>
            <p:ph type="subTitle" idx="1"/>
          </p:nvPr>
        </p:nvSpPr>
        <p:spPr>
          <a:xfrm flipH="1">
            <a:off x="5066433" y="5563200"/>
            <a:ext cx="61876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896401" y="101599"/>
            <a:ext cx="3228500" cy="206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1600" y="4700367"/>
            <a:ext cx="2642787" cy="20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1601" y="101599"/>
            <a:ext cx="3228500" cy="206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10185034" y="-87367"/>
            <a:ext cx="2091935" cy="216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225634" y="3821834"/>
            <a:ext cx="3152467" cy="3279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917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6067" y="4747838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75901" y="81205"/>
            <a:ext cx="2484668" cy="15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9568734" y="5100000"/>
            <a:ext cx="2484668" cy="15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88" name="Google Shape;1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057060" y="-109200"/>
            <a:ext cx="2162781" cy="2238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18"/>
          <p:cNvCxnSpPr/>
          <p:nvPr/>
        </p:nvCxnSpPr>
        <p:spPr>
          <a:xfrm>
            <a:off x="960000" y="1435967"/>
            <a:ext cx="89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190" name="Google Shape;1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2001" y="1022333"/>
            <a:ext cx="827233" cy="827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004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1"/>
          </p:nvPr>
        </p:nvSpPr>
        <p:spPr>
          <a:xfrm>
            <a:off x="960067" y="4886300"/>
            <a:ext cx="3119600" cy="1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2"/>
          </p:nvPr>
        </p:nvSpPr>
        <p:spPr>
          <a:xfrm>
            <a:off x="960067" y="39969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3"/>
          </p:nvPr>
        </p:nvSpPr>
        <p:spPr>
          <a:xfrm>
            <a:off x="4536200" y="4886300"/>
            <a:ext cx="3119600" cy="1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4"/>
          </p:nvPr>
        </p:nvSpPr>
        <p:spPr>
          <a:xfrm>
            <a:off x="4536200" y="39969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5"/>
          </p:nvPr>
        </p:nvSpPr>
        <p:spPr>
          <a:xfrm>
            <a:off x="8112400" y="4886300"/>
            <a:ext cx="3119600" cy="1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6"/>
          </p:nvPr>
        </p:nvSpPr>
        <p:spPr>
          <a:xfrm>
            <a:off x="8112400" y="3996933"/>
            <a:ext cx="31196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2933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99" name="Google Shape;19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6067" y="4747838"/>
            <a:ext cx="2484667" cy="19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75901" y="81205"/>
            <a:ext cx="2484668" cy="15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9568734" y="5100000"/>
            <a:ext cx="2484668" cy="15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>
            <a:spLocks noGrp="1"/>
          </p:cNvSpPr>
          <p:nvPr>
            <p:ph type="title" idx="7" hasCustomPrompt="1"/>
          </p:nvPr>
        </p:nvSpPr>
        <p:spPr>
          <a:xfrm>
            <a:off x="960067" y="2133367"/>
            <a:ext cx="3119600" cy="13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3" name="Google Shape;203;p19"/>
          <p:cNvSpPr txBox="1">
            <a:spLocks noGrp="1"/>
          </p:cNvSpPr>
          <p:nvPr>
            <p:ph type="title" idx="8" hasCustomPrompt="1"/>
          </p:nvPr>
        </p:nvSpPr>
        <p:spPr>
          <a:xfrm>
            <a:off x="4536200" y="2133367"/>
            <a:ext cx="3119600" cy="13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9"/>
          <p:cNvSpPr txBox="1">
            <a:spLocks noGrp="1"/>
          </p:cNvSpPr>
          <p:nvPr>
            <p:ph type="title" idx="9" hasCustomPrompt="1"/>
          </p:nvPr>
        </p:nvSpPr>
        <p:spPr>
          <a:xfrm>
            <a:off x="8112400" y="2133367"/>
            <a:ext cx="3119600" cy="13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pic>
        <p:nvPicPr>
          <p:cNvPr id="205" name="Google Shape;2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057060" y="-109200"/>
            <a:ext cx="2162781" cy="2238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19"/>
          <p:cNvCxnSpPr/>
          <p:nvPr/>
        </p:nvCxnSpPr>
        <p:spPr>
          <a:xfrm>
            <a:off x="960000" y="1435967"/>
            <a:ext cx="89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207" name="Google Shape;20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2001" y="1022333"/>
            <a:ext cx="827233" cy="827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855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C13-CF9D-4E82-A5B4-91008DCD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6FD2-89E8-4415-ADF7-22F4A4C2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BBFF-8889-497F-B4CA-A031E8D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8DAF-985B-4BB4-ADA9-02EA979F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0DBC-42B5-46AB-B36A-B39128E6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4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dk1"/>
            </a:gs>
            <a:gs pos="50000">
              <a:srgbClr val="2E295A"/>
            </a:gs>
            <a:gs pos="100000">
              <a:schemeClr val="dk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 ExtraBold"/>
              <a:buNone/>
              <a:defRPr sz="30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●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○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■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●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○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■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●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○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Thambi 2"/>
              <a:buChar char="■"/>
              <a:defRPr sz="1600">
                <a:solidFill>
                  <a:schemeClr val="lt1"/>
                </a:solidFill>
                <a:latin typeface="Baloo Thambi 2"/>
                <a:ea typeface="Baloo Thambi 2"/>
                <a:cs typeface="Baloo Thambi 2"/>
                <a:sym typeface="Baloo Thambi 2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136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82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5" r:id="rId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STJ template">
  <a:themeElements>
    <a:clrScheme name="Simple Light">
      <a:dk1>
        <a:srgbClr val="151329"/>
      </a:dk1>
      <a:lt1>
        <a:srgbClr val="FFFFFF"/>
      </a:lt1>
      <a:dk2>
        <a:srgbClr val="E500FA"/>
      </a:dk2>
      <a:lt2>
        <a:srgbClr val="5729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rsus ChatGPT en AI versie 4.0.pptx" id="{688D1B8E-2668-4710-B5C5-24932874F5A3}" vid="{8E61390F-F205-4A1E-A1BB-C3CB0FDD37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B2BCB3B09D7148AE3A31F1F7CE25DF" ma:contentTypeVersion="16" ma:contentTypeDescription="Een nieuw document maken." ma:contentTypeScope="" ma:versionID="2aff54831510e9d1e30b3b5af5b59ca7">
  <xsd:schema xmlns:xsd="http://www.w3.org/2001/XMLSchema" xmlns:xs="http://www.w3.org/2001/XMLSchema" xmlns:p="http://schemas.microsoft.com/office/2006/metadata/properties" xmlns:ns3="c2c3080a-1074-4531-ab07-f54f41146551" xmlns:ns4="30f23824-ddf7-41cd-aecb-1dbb6faaf3a3" targetNamespace="http://schemas.microsoft.com/office/2006/metadata/properties" ma:root="true" ma:fieldsID="4da5329c7b6316cca8cdd422058dacf2" ns3:_="" ns4:_="">
    <xsd:import namespace="c2c3080a-1074-4531-ab07-f54f41146551"/>
    <xsd:import namespace="30f23824-ddf7-41cd-aecb-1dbb6faaf3a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OCR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c3080a-1074-4531-ab07-f54f411465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f23824-ddf7-41cd-aecb-1dbb6faaf3a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2c3080a-1074-4531-ab07-f54f41146551" xsi:nil="true"/>
  </documentManagement>
</p:properties>
</file>

<file path=customXml/itemProps1.xml><?xml version="1.0" encoding="utf-8"?>
<ds:datastoreItem xmlns:ds="http://schemas.openxmlformats.org/officeDocument/2006/customXml" ds:itemID="{34AD262A-3FCA-46C0-9886-28ADCCEA8C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c3080a-1074-4531-ab07-f54f41146551"/>
    <ds:schemaRef ds:uri="30f23824-ddf7-41cd-aecb-1dbb6faaf3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F74EA0-BB8A-4AEF-8CCA-6BBB891CF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BC1954-92FD-4975-96DC-92C50740340B}">
  <ds:schemaRefs>
    <ds:schemaRef ds:uri="http://schemas.microsoft.com/office/2006/metadata/properties"/>
    <ds:schemaRef ds:uri="http://purl.org/dc/elements/1.1/"/>
    <ds:schemaRef ds:uri="30f23824-ddf7-41cd-aecb-1dbb6faaf3a3"/>
    <ds:schemaRef ds:uri="http://schemas.microsoft.com/office/2006/documentManagement/types"/>
    <ds:schemaRef ds:uri="c2c3080a-1074-4531-ab07-f54f41146551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Cursus template</Template>
  <TotalTime>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Baloo Thambi 2</vt:lpstr>
      <vt:lpstr>Poppins ExtraBold</vt:lpstr>
      <vt:lpstr>STJ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Stijn Janssen</dc:creator>
  <cp:lastModifiedBy>Stijn Janssen</cp:lastModifiedBy>
  <cp:revision>12</cp:revision>
  <dcterms:created xsi:type="dcterms:W3CDTF">2025-09-24T09:40:07Z</dcterms:created>
  <dcterms:modified xsi:type="dcterms:W3CDTF">2025-09-25T07:35:27Z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0x010100BDB2BCB3B09D7148AE3A31F1F7CE25DF</vt:lpwstr>
  </property>
</Properties>
</file>